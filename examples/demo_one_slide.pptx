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PitchFlow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600"/>
            </a:pPr>
            <a:r>
              <a:t>Upload a PPTX deck</a:t>
            </a:r>
          </a:p>
          <a:p>
            <a:pPr>
              <a:spcAft>
                <a:spcPts val="1400"/>
              </a:spcAft>
              <a:defRPr sz="2600"/>
            </a:pPr>
            <a:r>
              <a:t>Agent generates narration, voice, subtitles and video</a:t>
            </a:r>
          </a:p>
          <a:p>
            <a:pPr>
              <a:spcAft>
                <a:spcPts val="1400"/>
              </a:spcAft>
              <a:defRPr sz="2600"/>
            </a:pPr>
            <a:r>
              <a:t>Receive MP4 + SRT + cover + metadata + content hash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