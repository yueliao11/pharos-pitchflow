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Pharos Agent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600"/>
            </a:pPr>
            <a:r>
              <a:t>High-performance EVM Layer 1 for Web2/Web3 fusion</a:t>
            </a:r>
          </a:p>
          <a:p>
            <a:pPr>
              <a:spcAft>
                <a:spcPts val="1400"/>
              </a:spcAft>
              <a:defRPr sz="2600"/>
            </a:pPr>
            <a:r>
              <a:t>Built for RealFi, RWA, stablecoins and cross-chain interoperability</a:t>
            </a:r>
          </a:p>
          <a:p>
            <a:pPr>
              <a:spcAft>
                <a:spcPts val="1400"/>
              </a:spcAft>
              <a:defRPr sz="2600"/>
            </a:pPr>
            <a:r>
              <a:t>Designed to support millions of autonomous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The Problem: Agents Cannot Explain Themselves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600"/>
            </a:pPr>
            <a:r>
              <a:t>Wallet analyzers, swaps and monitors only return JSON or text</a:t>
            </a:r>
          </a:p>
          <a:p>
            <a:pPr>
              <a:spcAft>
                <a:spcPts val="1400"/>
              </a:spcAft>
              <a:defRPr sz="2600"/>
            </a:pPr>
            <a:r>
              <a:t>DAO members and users struggle to read raw on-chain data</a:t>
            </a:r>
          </a:p>
          <a:p>
            <a:pPr>
              <a:spcAft>
                <a:spcPts val="1400"/>
              </a:spcAft>
              <a:defRPr sz="2600"/>
            </a:pPr>
            <a:r>
              <a:t>Project teams lack reusable, verifiable presentation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PitchFlow: Agent Expression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600"/>
            </a:pPr>
            <a:r>
              <a:t>Reusable Skill: any Agent can call Deck-to-Video API</a:t>
            </a:r>
          </a:p>
          <a:p>
            <a:pPr>
              <a:spcAft>
                <a:spcPts val="1400"/>
              </a:spcAft>
              <a:defRPr sz="2600"/>
            </a:pPr>
            <a:r>
              <a:t>Generates narrated MP4, subtitles, cover and metadata</a:t>
            </a:r>
          </a:p>
          <a:p>
            <a:pPr>
              <a:spcAft>
                <a:spcPts val="1400"/>
              </a:spcAft>
              <a:defRPr sz="2600"/>
            </a:pPr>
            <a:r>
              <a:t>Content hash registered on Pharos for provenance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Composable On-chain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600"/>
            </a:pPr>
            <a:r>
              <a:t>Wallet Analyzer → Report PPT → Narrated Video</a:t>
            </a:r>
          </a:p>
          <a:p>
            <a:pPr>
              <a:spcAft>
                <a:spcPts val="1400"/>
              </a:spcAft>
              <a:defRPr sz="2600"/>
            </a:pPr>
            <a:r>
              <a:t>Payment / tipping via PaymentGate smart contract</a:t>
            </a:r>
          </a:p>
          <a:p>
            <a:pPr>
              <a:spcAft>
                <a:spcPts val="1400"/>
              </a:spcAft>
              <a:defRPr sz="2600"/>
            </a:pPr>
            <a:r>
              <a:t>Distribution to Telegram, Discord, X and DAO forums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Roadmap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600"/>
            </a:pPr>
            <a:r>
              <a:t>Skill stage: standard API + Pharos registry integration</a:t>
            </a:r>
          </a:p>
          <a:p>
            <a:pPr>
              <a:spcAft>
                <a:spcPts val="1400"/>
              </a:spcAft>
              <a:defRPr sz="2600"/>
            </a:pPr>
            <a:r>
              <a:t>Agent Arena: full PitchFlow Agent with payments and social distribution</a:t>
            </a:r>
          </a:p>
          <a:p>
            <a:pPr>
              <a:spcAft>
                <a:spcPts val="1400"/>
              </a:spcAft>
              <a:defRPr sz="2600"/>
            </a:pPr>
            <a:r>
              <a:t>Join us in building the communication infrastructure of Agent Economy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